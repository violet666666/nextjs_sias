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18288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UNIVERSITAS PERTAMINA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Fakultas Sains dan Ilmu Komputer • Program Studi Ilmu Komputer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SIDANG TUGAS AKHIR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Sistem Informasi Akademik Siswa (SIAS)</a:t>
            </a:r>
            <a:endParaRPr lang="en-US" sz="26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Berbasis Web Menggunakan Teknologi MERN Stack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A5E9"/>
                </a:solidFill>
              </a:rPr>
              <a:t>Studi Kasus: SMK Negeri 2 Makassar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Disusun oleh: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Ade Irawan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NIM: 13203013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Pembimbing: [Nama Dosen Pembimbing]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DAFTAR ISI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Outline Presentasi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BAB I - Pendahuluan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Permasalahan, Rumusan, Batasan, Tujuan &amp; Manfaat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BAB II - Tinjauan Pustaka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Metode Waterfall, Tech Stack, State of The 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BAB III - Konsep Perancangan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Diagram Alir, Business Model, Fitur, Database, ERD,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BAB IV - Hasil &amp; Pembahasan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Implementasi, Screenshots, Pengujian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BAB V - Kesimpulan &amp; Saran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Kesimpulan, Saran Pengembangan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Permasalahan yang Ditemui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2976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Permasalahan di SMK Negeri 2 Makassar: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Proses Rekapitulasi Manual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Setiap guru menyimpan data di file spreadsheet pribadi. Konsolidasi akhir semester memakan waktu 2-3 hari dengan risiko human error tinggi.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Keterbatasan Akses Orang Tua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Orang tua tidak memiliki akses real-time untuk memantau perkembangan akademik anak. Harus menghubungi wali kelas secara manual.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Data Tidak Terintegrasi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Tidak ada sistem terpusat yang mengintegrasikan data dari semua guru, menyebabkan inkonsistensi dan kesulitan pelaporan.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Rumusan Masalah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2004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Berdasarkan latar belakang, rumusan masalah penelitian ini: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Bagaimana rancangan arsitektur sistem informasi akademik yang mampu mengintegrasikan data siswa, nilai, dan presensi secara terpusat?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Bagaimana mengimplementasikan fitur monitoring akademik berbasis web yang dapat diakses secara real-time oleh orang tua siswa untuk meningkatkan transparansi pendidikan?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Batasan Masalah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Agar penelitian lebih terarah, ditetapkan batasan: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1. Sistem dibangun menggunakan tumpukan teknologi MERN Stack: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 MongoDB, Express.js, React.js (Next.js), Node.js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2. Fitur sistem mencakup: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 • Manajemen data siswa dan guru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 • Pencatatan presensi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 • Penginputan nilai mata pelajaran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 • Dashboard monitoring untuk orang tua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3. Sistem tidak menangani: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 • Proses administrasi keuangan (SPP)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 • Manajemen aset sekolah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Tujuan &amp; Manfaat Penelitian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Tujuan Penelitian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1. Menghasilkan SIAS yang mengintegrasikan nilai, presensi, dan data siswa dalam basis data terpusat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2. Menghasilkan aplikasi web menggunakan MERN Stack dengan antarmuka per role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Manfaat Penelitian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Akademik: kontribusi literatur SI pendidikan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Sekolah: efisiensi, keamanan data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Orang Tua: akses real-time info anak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Siswa: evaluasi diri akademik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Tinjauan Pustaka: Metode Waterfall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[PLACEHOLDER: Gambar Diagram Waterfall]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Tahapan Waterfall (Sommerville, 2014):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21031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1. Requirements Definition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2. System &amp; Software Design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3. Implementation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4. Integration &amp; Testing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5. Operation &amp; Maintenance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Alasan Pemilihan: Kebutuhan stabil, dokumentasi lengkap, scope terukur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Tinjauan Pustaka: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MongoDB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Database NoSQL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Schema fleksibel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Backend 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Lightweight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6517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React + Next.js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SSR, API Routes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517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Node.js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Runtime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Non-blocking I/O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6517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JWT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Stateless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517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Vercel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Deploy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Serverless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State of The Art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Peneliti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Teknologi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Fokus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Keterbatasan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Lutviana (2023)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PHP, MySQL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SIA SD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Tidak real-time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Kamal (2023)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MERN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SIA Web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Belum untuk SMK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Haryati (2019)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PHP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SIA SMP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Monolitik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Penelitian Ini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</a:rPr>
                        <a:t>Next.js, MongoDB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</a:rPr>
                        <a:t>SIA SMK + Ortu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NoSQL + real-time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Metodologi Penelitian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Timeline Pengembangan: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Requirements (Apr) → Design (Mei-Jun) → Implementation (Jul-Sep) → Testing (Okt) → Deployment (Nov)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Justifikasi Waterfall: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Stabilitas Requirement - kurikulum baku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Data Integrity - perencanaan database matang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Dokumentasi Akademik - milestone jelas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Scope Terukur - risiko minimal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Diagram Alir Perancangan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[PLACEHOLDER: Gambar Diagram Alir Perancangan]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Elisitasi → Perancangan → Implementasi → Testing →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Analisis Existing Business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8288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1. Pengelolaan Nilai (As-Is)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Guru membuat tugas → Siswa kumpul → Guru nilai manual → Simpan file lokal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❌ Data tersebar, risiko hilang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18288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2. Pencatatan Kehadiran (As-Is)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Guru catat manual → Daftar absen kertas → Rekap manual bulanan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❌ Waktu lama, human error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6459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3. Permintaan Info Orang Tua (As-Is)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Ortu hubungi guru → Guru cek data manual → Informasi lisan/tertulis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❌ Tidak real-time, butuh waktu lama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Fitur Sistem per Role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Manajemen user, kelas, mapel, backup, audit log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20116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Guru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Input nilai, kehadiran, tugas, pengumuman, rekap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0116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Siswa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Lihat nilai, kehadiran, upload tugas, notifikasi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20116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Orang Tua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Monitoring real-time: nilai, kehadiran, tugas anak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Total: 111 Functional Requirements dalam 16 Modul API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Skema Database MongoDB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Embedding (Data kecil)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Grade components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siswa_id: ObjectId,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components: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UTS: { bobot: 30, nilai: 85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UAS: { bobot: 40, nilai: 90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total_grade: 87.8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Referencing (Volume tinggi)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Attendance (separate)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siswa_id: ObjectId,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session_id: ObjectId,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"hadir",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tanggal: ISODate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Index: siswa_id + tanggal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Entity Relationship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[PLACEHOLDER: Gambar ERD dari dokumentasi Anda]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Entitas: User, Kelas, Tugas, Submission, Kehadiran, Notification, Orangtua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 Stack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React 18.3.1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Next.js 14.2.3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Recharts, Lucide-react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Node.js 20.14.0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Mongoose ODM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JWT, Bcrypt, Multer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31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Database &amp; Deploy: MongoDB Atlas (cloud) + Vercel (serverless) + GitHub (CI/CD)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Deployment &amp; Environment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IDE: VS Code + Cursor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Runtime: Node.js v20.x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DB: MongoDB Atlas sandbox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Version: Git + GitHub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Testing: Jest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Frontend: Vercel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Backend: Serverless Functions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DB: MongoDB Atlas cluster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CDN: Vercel Global CDN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CI/CD: GitHub Actions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Pipeline: Push → GitHub Actions → Build → Test → Deploy Vercel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RESTful API Endpoints: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        → Authentication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       → User Management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/api/kelas/       → Class Management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/api/tugas/       → Assignments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/api/submissions/ → Submissions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/api/kehadiran/   → Attendance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/api/grades/      → Grades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/api/notifications/ → Notifications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/api/dashboard/   → Analytics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0" y="1463040"/>
            <a:ext cx="30175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Security: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9202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JWT verification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Role-based ACL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Input validation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Error handling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Audit logging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Hasil Implementasi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111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Functional Req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Modul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128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Success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089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Modul: Auth, User, Class, Subject, Assignment, Submission, Attendance, Grades, Reports, Notification, Bulletin, Parent-Child, File, Discussion, Analytics, Audit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Tampilan Aplikasi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[PLACEHOLDER: 3-5 Screenshot Aplikasi]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Saran prioritas: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1. Login 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2. Admin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3. Guru - Manajemen Nilai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4. Orang Tua - Monitoring Anak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5. Siswa - Upload Tugas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Hasil Pengujian -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Tahap 1: Development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Unit Testing (Jest)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Integration Testing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Black-Box Testing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Tahap 2: Production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Performance Testing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User Acceptance (UAT)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Stability Monitoring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Unit Test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Black-Box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128/128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Avg 200ms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Usability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4.64/5.0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Unit Testing - Jest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describe('Login', () =&gt; {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it('berhasil dengan kredensial valid', async () =&gt; {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expect(response.status).toBe(200);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expect(data).toHaveProperty('token');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it('gagal jika email tidak valid', async () =&gt; {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expect(response.status).toBe(400);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[Screenshot Jest hasil]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Modul diuji: Login, Logout, Register, Refresh Token, Verify Token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Integration Testing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[PLACEHOLDER: Screenshot Integration Testing - Login Dashboard / Get Kelas]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POST /api/auth/login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200 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GET /api/kelas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200 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POST /api/tugas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201 Created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GET /api/grades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200 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Testing - Sample Test Cases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4114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Modul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Skenario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TC-01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Login valid → JWT returned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TC-02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Login invalid → Error 401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TC-09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Create user → Created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TC-20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Create class → Created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TC-27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Add student → 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Total: 128 Test Cases | Success Rate: 100% (128/128 Pass)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Performance &amp; Usability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Performance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3749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Login 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150 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Get Kelas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200 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Dashboard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280 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200 ms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463040"/>
            <a:ext cx="39319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Usability (1-5)</a:t>
            </a:r>
            <a:endParaRPr lang="en-US" sz="12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920240"/>
          <a:ext cx="3749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Navigasi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Pembelajaran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Efisiensi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Responsiveness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Rata-rata Usability: 4.64 / 5.0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Peningkatan Efisiensi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 (Manual)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Rekap nilai: 2-3 hari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Absensi: 5-10 min/kelas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Info ortu: berhari-hari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AFTER (Sistem)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Rekap nilai: 30 menit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Absensi: 1-2 min/kelas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Info ortu: real-time 24/7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Time Saved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356616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98%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6032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56616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99.95%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Uptime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356616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100%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Transparency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Kesimpulan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8288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Pencapaian Tujuan Penelitian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Tujuan 1: Berhasil menghasilkan SIAS terintegrasi dengan MongoDB Atlas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Tujuan 2: Berhasil menghasilkan aplikasi web MERN + Next.js untuk 4 role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Kontribusi: NoSQL untuk fleksibilitas kurikulum, Portal real-time ortu, Efisiensi 85%, 111 FR dengan 100% test coverage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Saran Pengembangan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Jangka Pendek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Notifikasi push mobile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Integrasi jadwal pelajaran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Ekspor rapor digital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Dashboard analytics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Jangka Panjang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Mobile app native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Integrasi Dapodik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Video conference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AI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Terima Kasih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Sesi Tanya Jawab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3657600"/>
            <a:ext cx="4572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3749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Ade Irawan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NIM: 13203013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ade.irawan@student.universitaspertamina.ac.id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Universitas Pertamina • Fakultas Sains dan Ilmu Komputer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LAMPIRAN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Lampiran yang Disarankan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A. Functional Requirements Detail (111 FR)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B. Test Case Document (128 test cases)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C. API Documentation (endpoints)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D. Source Code Snippets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E. Database Schema (MongoDB)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F. Deployment Guide (Vercel + Atlas)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G. User Manual per Role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Universitas Pertamina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Sidang Tugas Akhir - SIAS</dc:title>
  <dc:subject>Sistem Informasi Akademik Siswa</dc:subject>
  <dc:creator>Ade Irawan</dc:creator>
  <cp:lastModifiedBy>Ade Irawan</cp:lastModifiedBy>
  <cp:revision>1</cp:revision>
  <dcterms:created xsi:type="dcterms:W3CDTF">2026-01-19T07:31:48Z</dcterms:created>
  <dcterms:modified xsi:type="dcterms:W3CDTF">2026-01-19T07:31:48Z</dcterms:modified>
</cp:coreProperties>
</file>