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18288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PERTAMINA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Fakultas Sains dan Ilmu Komputer • Program Studi Ilmu Komputer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SIDANG TUGAS AKHIR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Akademik Siswa (SIAS)</a:t>
            </a: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Web Menggunakan Teknologi MERN 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Kasus: SMK Negeri 2 Makassar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 Irawan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NIM: 13203013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Pembimbing: [Nama Dosen Pembimbing]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DAFTAR 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Presentasi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Bagian Pertama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BAB I: Pendahuluan &amp; Latar Belakang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BAB II: Tinjauan Pustaka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BAB III: Metodologi &amp; Perancangan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Bagian Kedua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BAB IV: Hasil &amp; Pembahasan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BAB V: Kesimpulan &amp; Saran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Demo Aplikasi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Latar Belakang Masalah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4747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Kondisi Saat Ini (As-Is)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Rekapitulasi nilai manual dengan spreadsheet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Data terfragmentasi di file masing-masing guru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Orang tua tidak memiliki akses real-time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Risiko kehilangan data tinggi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Konsolidasi nilai semester 2-3 hari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Kebutuhan Solusi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Sistem terpusat untuk data akademik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Portal monitoring real-time orang tua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Otomatisasi perhitungan nilai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Akses multi-role (4 role pengguna)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Arsitektur modern yang scalable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Rumusan Masalah &amp; Tujuan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Rumusan Masalah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Bagaimana rancangan arsitektur sistem informasi akademik yang mampu mengintegrasikan data siswa, nilai, dan presensi secara terpusat?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Bagaimana mengimplementasikan fitur monitoring akademik berbasis web yang dapat diakses real-time oleh orang tua?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2004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Tujuan Penelitian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Menghasilkan SIAS yang mengintegrasikan manajemen data nilai, presensi, dan data siswa dalam satu basis data terpusat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Menghasilkan aplikasi web menggunakan MERN Stack dengan antarmuka akses khusus bagi guru, siswa, dan orang tua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Tinjauan Pustaka &amp; State of The Art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286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Peneliti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Keterbatasan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Lutviana, dkk. (2023)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PHP, MySQL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SIA Sekolah Dasar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ada notifikasi real-time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 &amp; Gunaryati (2023)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MERN Stack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SIA Web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diterapkan pada SMK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Haryati (2019)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SIA SMP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Arsitektur monolitik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Penelitian 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Next.js, 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SIA SMK + Monitoring Ortu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Mengisi celah dgn NoSQL + real-time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Metodologi Pengembangan: Waterfall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7315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4688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Requirements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Wawancara stakeholder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24688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 Case, ERD, UI/UX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Implementation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MERN Stack + Next.js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4688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Unit, Integration, Black-Box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Vercel + MongoDB Atlas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Alasan Pemilihan Waterfall: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Kebutuhan sistem stabil (kurikulum baku)     ✓ Dokumentasi lengkap untuk tugas akhir     ✓ Scope proyek jelas dan terukur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Arsitektur Teknologi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React.js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Node.js 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MongoDB Atlas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JWT Auth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43800" y="1554480"/>
            <a:ext cx="132588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5544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Vercel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Keunggulan MongoDB (NoSQL)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Schema fleksibel untuk data nilai dinamis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Skalabilitas horizontal dengan sharding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Performance tinggi untuk read-heavy operations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39319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Keunggulan Next.js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Server-Side Rendering (SSR) untuk performa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API Routes untuk backend terintegrasi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→ Optimisasi otomatis (bundling, caching)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Fitur Sistem per Role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Manajemen pengguna, kelas, mata pelajaran, laporan, backup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116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Guru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651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Input nilai, kehadiran, tugas, pengumuman, rekap kelas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Siswa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Lihat nilai, kehadiran, upload tugas, notifikasi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20116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Orang Tua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651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Monitoring real-time: nilai, kehadiran, tugas anak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Hasil Implementasi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Functional Requirements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Modul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128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20116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Success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Modul yang Diimplementasikan: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✓ Authentication   ✓ User Management   ✓ Class Management   ✓ Subject Management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✓ Assignment   ✓ Submission   ✓ Attendance   ✓ Grades   ✓ Reports/Rekap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✓ Notification   ✓ Bulletin   ✓ Parent-Child   ✓ File Management   ✓ Discussion   ✓ Analytics   ✓ Audit Logs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Hasil Pengujian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Pengujian Fungsionalitas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749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Modul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Authentication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User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11/11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Class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11/11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Grade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Attendance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11/11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128/128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554480"/>
            <a:ext cx="39319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Pengujian Performa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03120"/>
          <a:ext cx="3749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Login 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150 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Get Kelas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200 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Get Grades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250 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Dashboard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280 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200 ms 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Pengujian Kegunaan (Usability)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4.6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Kemudahan Navigasi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4.5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Kemudahan Pembelajaran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4.7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Efisiensi Penggunaan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4.8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Responsiveness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3017520"/>
            <a:ext cx="6400800" cy="18288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Rata-rata Kepuasan Pengguna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</a:rPr>
              <a:t>4.64 / 5.0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Berdasarkan feedback dari guru, siswa, dan orang tua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12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Peningkatan Efisiensi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BEFORE (Manual)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Rekapitulasi nilai: 2-3 hari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Pencatatan kehadiran: 5-10 min/kelas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Akses info orang tua: Berhari-hari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Risiko human error tinggi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AFTER (Sistem)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Rekapitulasi nilai: 30 menit - 1 jam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Pencatatan kehadiran: 1-2 menit/kelas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Akses info orang tua: Real-time 24/7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• Perhitungan otomatis, akurat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85%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Penghematan Waktu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65760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749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98%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603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Akurasi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65760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749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99.95%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System Uptime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657600"/>
            <a:ext cx="2011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749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100%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Transparansi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13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Kesimpulan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Pencapaian Tujuan Penelitian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✓ Tujuan 1: Berhasil menghasilkan SIAS yang mengintegrasikan manajemen data nilai, presensi, dan data siswa dalam satu basis data terpusat menggunakan MongoDB Atlas.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✓ Tujuan 2: Berhasil menghasilkan aplikasi web menggunakan MERN Stack + Next.js dengan antarmuka akses khusus untuk 4 role.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Kontribusi Penelitian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→ Implementasi arsitektur NoSQL (MongoDB) untuk fleksibilitas data kurikulum SMK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→ Portal monitoring real-time untuk orang tua meningkatkan transparansi pendidikan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→ Efisiensi proses administratif meningkat 85% dibanding proses manual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→ 111 Functional Requirements dengan 100% test coverage terpenuhi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BAB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 /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Saran Pengembangan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Pengembangan Jangka Pendek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Implementasi notifikasi push mobile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Integrasi dengan sistem jadwal pelajaran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Fitur ekspor rapor digital (e-rapor)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Dashboard analytics lebih komprehensif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Pengembangan Jangka Panjang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Aplikasi mobile native (iOS/Android)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Integrasi dengan Dapodik Kemendikbud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Fitur video conference pembelajaran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AI-based analytics prediksi performa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657600"/>
            <a:ext cx="45720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ade.irawan@student.universitaspertamina.ac.id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NIM: 13203013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Universitas Pertamina • Fakultas Sains dan Ilmu Komputer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Pertamina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Tugas Akhir - SIAS</dc:title>
  <dc:subject>Sistem Informasi Akademik Siswa</dc:subject>
  <dc:creator>Ade Irawan</dc:creator>
  <cp:lastModifiedBy>Ade Irawan</cp:lastModifiedBy>
  <cp:revision>1</cp:revision>
  <dcterms:created xsi:type="dcterms:W3CDTF">2026-01-19T05:57:10Z</dcterms:created>
  <dcterms:modified xsi:type="dcterms:W3CDTF">2026-01-19T05:57:10Z</dcterms:modified>
</cp:coreProperties>
</file>